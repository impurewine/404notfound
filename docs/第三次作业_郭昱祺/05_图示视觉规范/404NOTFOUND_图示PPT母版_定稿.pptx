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1 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label Layout"/>
          <p:cNvSpPr txBox="1"/>
          <p:nvPr/>
        </p:nvSpPr>
        <p:spPr>
          <a:xfrm>
            <a:off x="906018" y="1739900"/>
            <a:ext cx="24416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UX DESIGN / 图表与交互</a:t>
            </a:r>
          </a:p>
        </p:txBody>
      </p:sp>
      <p:sp>
        <p:nvSpPr>
          <p:cNvPr id="3" name="cover-title Placeholder"/>
          <p:cNvSpPr>
            <a:spLocks noGrp="1"/>
          </p:cNvSpPr>
          <p:nvPr>
            <p:ph type="title"/>
          </p:nvPr>
        </p:nvSpPr>
        <p:spPr>
          <a:xfrm>
            <a:off x="914400" y="2419350"/>
            <a:ext cx="103632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900"/>
            </a:lvl1pPr>
          </a:lstStyle>
          <a:p>
            <a:pPr algn="l"/>
            <a:r>
              <a:rPr lang="en-US" sz="39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cover-subtitle Placeholder"/>
          <p:cNvSpPr>
            <a:spLocks noGrp="1"/>
          </p:cNvSpPr>
          <p:nvPr>
            <p:ph type="subTitle" idx="1"/>
          </p:nvPr>
        </p:nvSpPr>
        <p:spPr>
          <a:xfrm>
            <a:off x="914400" y="371475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subtitle</a:t>
            </a:r>
            <a:endParaRPr lang="en-US"/>
          </a:p>
        </p:txBody>
      </p:sp>
      <p:sp>
        <p:nvSpPr>
          <p:cNvPr id="5" name="author Placeholder"/>
          <p:cNvSpPr>
            <a:spLocks noGrp="1"/>
          </p:cNvSpPr>
          <p:nvPr>
            <p:ph type="body" idx="2"/>
          </p:nvPr>
        </p:nvSpPr>
        <p:spPr>
          <a:xfrm>
            <a:off x="914400" y="5391150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en-US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6" name="date Placeholder"/>
          <p:cNvSpPr>
            <a:spLocks noGrp="1"/>
          </p:cNvSpPr>
          <p:nvPr>
            <p:ph type="dt" idx="3"/>
          </p:nvPr>
        </p:nvSpPr>
        <p:spPr>
          <a:xfrm>
            <a:off x="8839200" y="539115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950"/>
            </a:lvl1pPr>
          </a:lstStyle>
          <a:p>
            <a:pPr algn="l"/>
            <a:fld id="{49575BA5-1F95-4E84-8E4F-15B337679054}" type="datetimeFigureOut">
              <a:rPr lang="en-US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YYYY-MM-DD</a:t>
            </a:fld>
            <a:endParaRPr lang="en-US"/>
          </a:p>
        </p:txBody>
      </p:sp>
    </p:spTree>
    <p:extLst>
      <p:ext uri="{BB962C8B-B14F-4D97-AF65-F5344CB8AC3E}">
        <p14:creationId val="809456734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2 总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view-tag Layout"/>
          <p:cNvSpPr txBox="1"/>
          <p:nvPr/>
        </p:nvSpPr>
        <p:spPr>
          <a:xfrm>
            <a:off x="906018" y="1739900"/>
            <a:ext cx="227131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总览 · 看清范围与关系</a:t>
            </a:r>
          </a:p>
        </p:txBody>
      </p:sp>
      <p:sp>
        <p:nvSpPr>
          <p:cNvPr id="3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overview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103632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5" name="page-number Placeholder"/>
          <p:cNvSpPr>
            <a:spLocks noGrp="1"/>
          </p:cNvSpPr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594D69DF-D570-4F38-B2B2-911903AE25B5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641651175"/>
      </p:ext>
    </p:extLst>
  </p:cSld>
  <p:clrMapOvr>
    <a:masterClrMapping/>
  </p:clrMapOvr>
  <p:hf hdr="0" dt="0" ftr="0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3 局部放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tail-tag Layout"/>
          <p:cNvSpPr txBox="1"/>
          <p:nvPr/>
        </p:nvSpPr>
        <p:spPr>
          <a:xfrm>
            <a:off x="906018" y="1739900"/>
            <a:ext cx="249343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局部放大 · 对应原图编号</a:t>
            </a:r>
          </a:p>
        </p:txBody>
      </p:sp>
      <p:sp>
        <p:nvSpPr>
          <p:cNvPr id="3" name="detail-note-tag Layout"/>
          <p:cNvSpPr txBox="1"/>
          <p:nvPr/>
        </p:nvSpPr>
        <p:spPr>
          <a:xfrm>
            <a:off x="7916418" y="1739900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关键条件与出口</a:t>
            </a:r>
          </a:p>
        </p:txBody>
      </p:sp>
      <p:sp>
        <p:nvSpPr>
          <p:cNvPr id="4" name="detail-divider Layout"/>
          <p:cNvSpPr/>
          <p:nvPr/>
        </p:nvSpPr>
        <p:spPr>
          <a:xfrm>
            <a:off x="7391400" y="175260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9525">
            <a:solidFill>
              <a:srgbClr val="E6E1E5"/>
            </a:solidFill>
          </a:ln>
        </p:spPr>
      </p:sp>
      <p:sp>
        <p:nvSpPr>
          <p:cNvPr id="5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6" name="detail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59436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7" name="detail-notes Placeholder"/>
          <p:cNvSpPr>
            <a:spLocks noGrp="1"/>
          </p:cNvSpPr>
          <p:nvPr>
            <p:ph type="body" idx="2"/>
          </p:nvPr>
        </p:nvSpPr>
        <p:spPr>
          <a:xfrm>
            <a:off x="7924800" y="2400300"/>
            <a:ext cx="33528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E8E407E2-2EF9-4D73-BE26-3BC44B096788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967157542"/>
      </p:ext>
    </p:extLst>
  </p:cSld>
  <p:clrMapOvr>
    <a:masterClrMapping/>
  </p:clrMapOvr>
  <p:hf hdr="0" dt="0" ftr="0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4 双图对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tag Layout"/>
          <p:cNvSpPr txBox="1"/>
          <p:nvPr/>
        </p:nvSpPr>
        <p:spPr>
          <a:xfrm>
            <a:off x="906018" y="1739900"/>
            <a:ext cx="13601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现状 / 流程 A</a:t>
            </a:r>
          </a:p>
        </p:txBody>
      </p:sp>
      <p:sp>
        <p:nvSpPr>
          <p:cNvPr id="3" name="right-tag Layout"/>
          <p:cNvSpPr txBox="1"/>
          <p:nvPr/>
        </p:nvSpPr>
        <p:spPr>
          <a:xfrm>
            <a:off x="6544818" y="1739900"/>
            <a:ext cx="13601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目标 / 流程 B</a:t>
            </a:r>
          </a:p>
        </p:txBody>
      </p:sp>
      <p:sp>
        <p:nvSpPr>
          <p:cNvPr id="4" name="comparison-divider Layout"/>
          <p:cNvSpPr/>
          <p:nvPr/>
        </p:nvSpPr>
        <p:spPr>
          <a:xfrm>
            <a:off x="6096000" y="175260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9525">
            <a:solidFill>
              <a:srgbClr val="E6E1E5"/>
            </a:solidFill>
          </a:ln>
        </p:spPr>
      </p:sp>
      <p:sp>
        <p:nvSpPr>
          <p:cNvPr id="5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6" name="left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47244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7" name="right-content Placeholder"/>
          <p:cNvSpPr>
            <a:spLocks noGrp="1"/>
          </p:cNvSpPr>
          <p:nvPr>
            <p:ph type="obj" idx="2"/>
          </p:nvPr>
        </p:nvSpPr>
        <p:spPr>
          <a:xfrm>
            <a:off x="6553200" y="2400300"/>
            <a:ext cx="47244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FA26CCAD-C396-44EA-942D-15F77F3BF169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075520882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5 状态与规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-tag Layout"/>
          <p:cNvSpPr txBox="1"/>
          <p:nvPr/>
        </p:nvSpPr>
        <p:spPr>
          <a:xfrm>
            <a:off x="906018" y="1739900"/>
            <a:ext cx="230463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状态 / 差异 / 视觉规范</a:t>
            </a:r>
          </a:p>
        </p:txBody>
      </p:sp>
      <p:sp>
        <p:nvSpPr>
          <p:cNvPr id="3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table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103632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5" name="page-number Placeholder"/>
          <p:cNvSpPr>
            <a:spLocks noGrp="1"/>
          </p:cNvSpPr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7BE045D5-393B-4AB1-9023-536A4E1A159A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963005227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  <Relationship Id="rId17" Type="http://schemas.openxmlformats.org/officeDocument/2006/relationships/slideLayout" Target="../slideLayouts/slideLayout16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404NOTFOUND 柔和粉·简洁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-accent Master"/>
          <p:cNvSpPr/>
          <p:nvPr/>
        </p:nvSpPr>
        <p:spPr>
          <a:xfrm>
            <a:off x="914400" y="12573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38100">
            <a:solidFill>
              <a:srgbClr val="C86B8C"/>
            </a:solidFill>
          </a:ln>
        </p:spPr>
      </p:sp>
      <p:sp>
        <p:nvSpPr>
          <p:cNvPr id="3" name="master-brand Master"/>
          <p:cNvSpPr txBox="1"/>
          <p:nvPr/>
        </p:nvSpPr>
        <p:spPr>
          <a:xfrm>
            <a:off x="908304" y="6438900"/>
            <a:ext cx="21945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404NOTFOUND · UX 图示设计</a:t>
            </a:r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</Relationships>
</file>

<file path=ppt/slides/slide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 Placeholder Carrier"/>
          <p:cNvSpPr txBox="1"/>
          <p:nvPr>
            <p:ph type="title"/>
          </p:nvPr>
        </p:nvSpPr>
        <p:spPr>
          <a:xfrm>
            <a:off x="914400" y="2419350"/>
            <a:ext cx="103632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9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Title</a:t>
            </a:r>
          </a:p>
        </p:txBody>
      </p:sp>
      <p:sp>
        <p:nvSpPr>
          <p:cNvPr id="7" name="cover-subtitle Placeholder Carrier"/>
          <p:cNvSpPr txBox="1"/>
          <p:nvPr>
            <p:ph type="subTitle" idx="1"/>
          </p:nvPr>
        </p:nvSpPr>
        <p:spPr>
          <a:xfrm>
            <a:off x="914400" y="371475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Subtitle</a:t>
            </a:r>
          </a:p>
        </p:txBody>
      </p:sp>
      <p:sp>
        <p:nvSpPr>
          <p:cNvPr id="8" name="author Placeholder Carrier"/>
          <p:cNvSpPr txBox="1"/>
          <p:nvPr>
            <p:ph type="body" idx="2"/>
          </p:nvPr>
        </p:nvSpPr>
        <p:spPr>
          <a:xfrm>
            <a:off x="914400" y="5391150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Author</a:t>
            </a:r>
          </a:p>
        </p:txBody>
      </p:sp>
      <p:sp>
        <p:nvSpPr>
          <p:cNvPr id="9" name="date Placeholder Carrier"/>
          <p:cNvSpPr txBox="1"/>
          <p:nvPr>
            <p:ph type="dt" idx="3"/>
          </p:nvPr>
        </p:nvSpPr>
        <p:spPr>
          <a:xfrm>
            <a:off x="8839200" y="539115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 txBox="1"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Page Title</a:t>
            </a:r>
          </a:p>
        </p:txBody>
      </p:sp>
      <p:sp>
        <p:nvSpPr>
          <p:cNvPr id="7" name="overview-content Placeholder Carrier"/>
          <p:cNvSpPr txBox="1"/>
          <p:nvPr>
            <p:ph idx="1"/>
          </p:nvPr>
        </p:nvSpPr>
        <p:spPr>
          <a:xfrm>
            <a:off x="914400" y="2400300"/>
            <a:ext cx="103632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Content Area</a:t>
            </a:r>
          </a:p>
        </p:txBody>
      </p:sp>
      <p:sp>
        <p:nvSpPr>
          <p:cNvPr id="8" name="page-number Placeholder Carrier"/>
          <p:cNvSpPr txBox="1"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 txBox="1"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Page Title</a:t>
            </a:r>
          </a:p>
        </p:txBody>
      </p:sp>
      <p:sp>
        <p:nvSpPr>
          <p:cNvPr id="9" name="detail-content Placeholder Carrier"/>
          <p:cNvSpPr txBox="1"/>
          <p:nvPr>
            <p:ph idx="1"/>
          </p:nvPr>
        </p:nvSpPr>
        <p:spPr>
          <a:xfrm>
            <a:off x="914400" y="2400300"/>
            <a:ext cx="59436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Detail Area</a:t>
            </a:r>
          </a:p>
        </p:txBody>
      </p:sp>
      <p:sp>
        <p:nvSpPr>
          <p:cNvPr id="10" name="detail-notes Placeholder Carrier"/>
          <p:cNvSpPr txBox="1"/>
          <p:nvPr>
            <p:ph type="body" idx="2"/>
          </p:nvPr>
        </p:nvSpPr>
        <p:spPr>
          <a:xfrm>
            <a:off x="7924800" y="2400300"/>
            <a:ext cx="33528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Detail Notes</a:t>
            </a:r>
          </a:p>
        </p:txBody>
      </p:sp>
      <p:sp>
        <p:nvSpPr>
          <p:cNvPr id="11" name="page-number Placeholder Carrier"/>
          <p:cNvSpPr txBox="1"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 txBox="1"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Page Title</a:t>
            </a:r>
          </a:p>
        </p:txBody>
      </p:sp>
      <p:sp>
        <p:nvSpPr>
          <p:cNvPr id="9" name="left-content Placeholder Carrier"/>
          <p:cNvSpPr txBox="1"/>
          <p:nvPr>
            <p:ph idx="1"/>
          </p:nvPr>
        </p:nvSpPr>
        <p:spPr>
          <a:xfrm>
            <a:off x="914400" y="2400300"/>
            <a:ext cx="47244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Left Area</a:t>
            </a:r>
          </a:p>
        </p:txBody>
      </p:sp>
      <p:sp>
        <p:nvSpPr>
          <p:cNvPr id="10" name="right-content Placeholder Carrier"/>
          <p:cNvSpPr txBox="1"/>
          <p:nvPr>
            <p:ph idx="2"/>
          </p:nvPr>
        </p:nvSpPr>
        <p:spPr>
          <a:xfrm>
            <a:off x="6553200" y="2400300"/>
            <a:ext cx="47244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Right Area</a:t>
            </a:r>
          </a:p>
        </p:txBody>
      </p:sp>
      <p:sp>
        <p:nvSpPr>
          <p:cNvPr id="11" name="page-number Placeholder Carrier"/>
          <p:cNvSpPr txBox="1"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 txBox="1"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Page Title</a:t>
            </a:r>
          </a:p>
        </p:txBody>
      </p:sp>
      <p:sp>
        <p:nvSpPr>
          <p:cNvPr id="7" name="table-content Placeholder Carrier"/>
          <p:cNvSpPr txBox="1"/>
          <p:nvPr>
            <p:ph idx="1"/>
          </p:nvPr>
        </p:nvSpPr>
        <p:spPr>
          <a:xfrm>
            <a:off x="914400" y="2400300"/>
            <a:ext cx="103632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Table Area</a:t>
            </a:r>
          </a:p>
        </p:txBody>
      </p:sp>
      <p:sp>
        <p:nvSpPr>
          <p:cNvPr id="8" name="page-number Placeholder Carrier"/>
          <p:cNvSpPr txBox="1"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2026-10-22T05:21:33Z</dcterms:created>
  <dcterms:modified xsi:type="dcterms:W3CDTF">2026-10-22T05:21:33Z</dcterms:modified>
  <cp:category/>
  <cp:contentStatus/>
</cp:coreProperties>
</file>